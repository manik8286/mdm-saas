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9" r:id="rId20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73152" cy="1828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MDM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93C5FD"/>
                </a:solidFill>
              </a:rPr>
              <a:t>Multi-Tenant Apple Device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</a:rPr>
              <a:t>Product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00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  ✦  Enrollment &amp; Device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5844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  ✦  Platform SSO with Microsoft Entra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6849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  ✦  Software Distribution &amp; Self-Service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3525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  ✦  USB Policy, Gatekeeper &amp;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7365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</a:rPr>
              <a:t>  ✦  JIT Admin Access with Auto-Revoke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Built with FastAPI · PostgreSQL · Apple APNs · Next.js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Managing macOS devices at scale — without the complexity of enterprise MDM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</a:rPr>
              <a:t>❌  Traditional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• High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Legacy MDM tools (Jamf, Kandji) cost $6–15/device/month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• Complex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0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Requires dedicated IT staff and weeks of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• No PSSO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Most tools don't support macOS Platform SSO with Entra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• No agent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42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Can't run custom scripts or manage admin access remotely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</a:rPr>
              <a:t>• Siloed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Software requests, access, compliance in separate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585216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</a:rPr>
              <a:t>✅  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• Affordable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84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  Multi-tenant — one server, many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• 5-minute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70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  Docker Compose → enroll device in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• Native PSSO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456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  Built-in Entra ID Platform SSO with Secure Enclave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• Management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42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  Pure-bash agent — installs apps, elevates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• Unified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  Device mgmt + software + compliance + access in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How it all fits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286000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Next.js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556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Admin web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Device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311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Policy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68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Audit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280160"/>
            <a:ext cx="256032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7556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REST API /api/v1/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9933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MDM protocol /mdm/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2311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JWT + mTLS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4688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Async/await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280160"/>
            <a:ext cx="2560320" cy="1463040"/>
          </a:xfrm>
          <a:prstGeom prst="rect">
            <a:avLst/>
          </a:prstGeom>
          <a:solidFill>
            <a:srgbClr val="33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371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7556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Tenants &amp;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19933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Commands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2311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Compliance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4688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Audit trail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280160"/>
            <a:ext cx="3017520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13716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Apple APNs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17556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Wake-up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19933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HTTP/2 provider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2311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Per-device push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2468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Instant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2286000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108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macOS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3493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MDM protocol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3730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Checkin + 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968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Profile 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206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Command execute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017520"/>
            <a:ext cx="2560320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35808" y="3108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Bash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5808" y="34930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LaunchDaemon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37307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Polls for jobs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35808" y="39684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Installs software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5808" y="42062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Reports results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017520"/>
            <a:ext cx="2560320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108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AWS SQS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349300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Command queue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37307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LocalStack (dev)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39684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Async 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1888" y="42062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Reliable delivery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3017520"/>
            <a:ext cx="3017520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8" y="31089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Self-Service Portal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34930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Software catalog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8" y="3730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App requests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39684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Admin access req.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4206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• Token-authenticated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754880"/>
            <a:ext cx="11612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Command Flow: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166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Admin action  →  FastAPI queues command in PostgreSQL  →  SQS message sent  →  APNs wake-up push to device  →  Device calls /mdm/apple/connect  →  Server returns command plist  →  Device executes  →  Result stored in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Device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Zero-touch enrollment with signed .mobileconfig profiles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280160"/>
            <a:ext cx="640080" cy="6400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1945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</a:rPr>
              <a:t>Generate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78608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Admin creates enrollment token in dashboard.
Choose platform (macOS), reusable or single-use, expiry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606040" y="12801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316736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057400"/>
            <a:ext cx="21945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Share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578608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Enrollment URL shared with user.
Open in Safari on the Mac — no agent pre-installed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128016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316736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57400"/>
            <a:ext cx="21945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</a:rPr>
              <a:t>Install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78608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Signed .mobileconfig downloaded.
macOS prompts user to install the MDM enrollment profile.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316736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057400"/>
            <a:ext cx="21945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</a:rPr>
              <a:t>Authenticate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578608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Device sends Authenticate + TokenUpdate to /mdm/apple/checkin.
Server stores APNs push token.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886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0" y="128016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316736"/>
            <a:ext cx="640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057400"/>
            <a:ext cx="21945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</a:rPr>
              <a:t>Enrolled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578608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Device appears in dashboard as 'enrolled'.
APNs push, serial, OS version, model all captured.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28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After enrollment: device receives APNs push within seconds for any remote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Full remote control over enrolled macOS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🔒  Lock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Send PIN +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21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Immediate via APNs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752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Device shows lock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82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Audit logged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243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🗑️  Erase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691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Full wipe + reinstall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221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Configurable PIN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752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CheckOutWhenRemoved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282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Irreversible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243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🔄  Restart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691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Graceful restart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221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Queued via APNs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752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Useful after profile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282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Instant 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188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188720"/>
            <a:ext cx="26517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243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 Query Info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691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Serial, model, 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2221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FileVault, Firewall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2752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Supervised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3282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Updates available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74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474720"/>
            <a:ext cx="265176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👥  Device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3977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List local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507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Admin / standard role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038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Secure Token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5568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Last login 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474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3474720"/>
            <a:ext cx="26517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📦  Patch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3977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Installed app inventory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0128" y="4507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Available OS updates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0128" y="5038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Critical update count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0128" y="5568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Remote install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474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80" y="3474720"/>
            <a:ext cx="265176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🛡️  Compliance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977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Policy evaluation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4507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Pass / Fail / Unknown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5038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Per-device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5568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Fleet dashboard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3474720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52560" y="3474720"/>
            <a:ext cx="26517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 Audit Logs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2288" y="3977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All admin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45079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Actor email + 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2288" y="5038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Resource + changes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62288" y="556869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✓  Export as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SSO — Microsoft Entra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Passwordless macOS login with corporate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What is PSSO?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macOS 13+ native Single Sign-On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Login to Mac using Microsoft Entra ID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Secure Enclave key — no password stored on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Seamless SSO to all Microsoft 365 / Azure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Requires Microsoft Company Portal installed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Delivered via com.apple.extensiblesso MDM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→  Registration token from Entra automates device join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852160" cy="5303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</a:rPr>
              <a:t>Profile Payload (mobileconfig)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830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PayloadType: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7830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com.apple.extensiblesso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671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ExtensionIdentifier: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67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com.microsoft.CompanyPortalMac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5117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TeamIdentifier: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551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UBF8T346G9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352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Type: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352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Credential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3192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AuthenticationMethod: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192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UserSecureEnclaveKey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033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EnableCreateUserAtLogin: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0873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RegistrationToken: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87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&lt;from Entra portal&gt;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4714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</a:rPr>
              <a:t>AdministratorGroups: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4714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F7D0"/>
                </a:solidFill>
              </a:rPr>
              <a:t>["IT Admins"]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760720"/>
            <a:ext cx="58521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833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Push to all enrolled devices in one click from the Policies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Software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Upload once, deploy to any device via self-service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7432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Upload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Admin uploads .pkg/.dmg/.zip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50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Up to 4 GB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Stored securely on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38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Versioning &amp;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Portal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Appears in self-service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50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User sees 'IT Managed'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One-click install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538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Token-authenticated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274320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Admin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Request appears in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50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Admin reviews + approves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Or set auto-approve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38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Audit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1887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188720"/>
            <a:ext cx="2743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0888" y="1234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Agent Installs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Agent picks up job in 30s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350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Runs installer silently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Reports exit code +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5387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✓  Status: installing → done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6400800"/>
            <a:ext cx="117043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3737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Management Agent — pure bash LaunchDaemon, no Python or Xcode required. Bootstrap: curl -sSLG -d auth=&lt;token&gt; &lt;url&gt; | sudo bash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USB Block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Block or allow external storage — fleet-wide or per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• macOS 12–13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com.apple.systemuiserver with mount-controls. Denies harddisk-external, disk-image, DVD, CD, BD.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• macOS 14+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com.apple.security.diskaccess with DenyExternalStorage: true. Full enforcement on supervised devices.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92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• Both payloads sent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66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Single profile push covers all macOS versions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• Deterministic 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71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com.mdmsaas.usb.block.profile.{tenant_id} — ensures RemoveProfile always finds the right profile.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01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• Removal disallowed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76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  Profile cannot be removed by user — only via MDM RemoveProfile command.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</a:rPr>
              <a:t>Fleet Push (All Devices)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1907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Policies page → USB Block → Push to All
Queues InstallProfile for every enrolled device simultaneously.
APNs push wakes each device instantly.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657600"/>
            <a:ext cx="585216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</a:rPr>
              <a:t>Per-Device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187952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Device Detail page → Block USB / Remove USB Block
Block: InstallProfile queued for that device only.
Remove: RemoveProfile with deterministic identifier — works reliably every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6035040"/>
            <a:ext cx="585216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080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Requires supervised device for silent enforcement.
Unsupervised: macOS shows user-dismissable warning dialog.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JIT Admin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Temporary, audited admin elevation — auto-revoked on expiry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344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User opens self-service portal on their Mac.
Selects their account, enters a reason and duration (1–24h).
Request sent to admin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188720"/>
            <a:ext cx="265176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188720"/>
            <a:ext cx="265176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Admin reviews request in dashboard.
Approves with optional duration override.
revoke_at timestamp set in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1188720"/>
            <a:ext cx="265176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188720"/>
            <a:ext cx="265176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2344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Elevate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82880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Management agent picks up dseditgroup job.
Adds user to 'admin' group on macOS.
User is now local admin for the duration.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2016" y="1188720"/>
            <a:ext cx="265176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2016" y="1188720"/>
            <a:ext cx="26517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2344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Auto-Revoke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1828800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Background worker checks every 60 seconds.
When revoke_at ≤ now: removes from admin group.
Webhook notification sent (Slack/Teams/Discord).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89320"/>
            <a:ext cx="11612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9669"/>
                </a:solidFill>
              </a:rPr>
              <a:t>Security principles: Least privilege • Time-bound access • Full audit trail • No persistent admin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Compliance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Policy-based compliance evaluation across your entire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8404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</a:rPr>
              <a:t>Policy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FileVault encryption enabled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Firewall enabled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Gatekeeper enforced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PSSO 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Screen lock configured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Max check-in age (hours)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☑  Critical updates threshold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</a:rPr>
              <a:t>Device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✅ Compliant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299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All rules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</a:rPr>
              <a:t>❌ Non-Compliant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157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One or more rules failing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</a:rPr>
              <a:t>❓ Unknown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015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Not yet evaluated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703320"/>
            <a:ext cx="3474720" cy="2651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Fleet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→  Total enrolled 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542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→  # 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566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→  # Non-compliant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5896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→  #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8613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→  Active policies 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4ED8"/>
                </a:solidFill>
              </a:rPr>
              <a:t>Supported Frameworks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CIS macOS Benchmark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0391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Center for Internet Security hardening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5328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NIST 800-53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Federal security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PCI DSS 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38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Payment card industry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0325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ISO 27001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885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Information security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782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Custom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038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Define your own policy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Multi-Tenancy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Built for SaaS — complete isolation between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47472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Tenant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Every DB query: WHERE tenant_id = :id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305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tenant_id from JWT, never from URL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94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MDM endpoints: UDID → tenant_id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0083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No cross-tenant data leakage 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1887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188720"/>
            <a:ext cx="347472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435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6916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Dashboard: JWT Bearer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1305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MDM endpoints: mTLS device certificates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5694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Agent: per-device agent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0083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Portal: per-device tokens (no JWT)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1887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188720"/>
            <a:ext cx="34747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7" y="12435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Profile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7" y="16916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Profiles signed with CMS PKCS#7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1305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SHA-256 signature, DER encoded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7" y="25694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macOS verifies signature on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7" y="30083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CA cert embedded in signature bag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319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34747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9867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434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All admin actions logged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8737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Actor email + IP address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3126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Resource type + changes (JSONB)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7515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Filterable by action + resource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9319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3931920"/>
            <a:ext cx="347472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39867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Secrets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434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APNs certs via AWS Secrets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48737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JWT key in environment variable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53126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DB password never in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7515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LocalStack for dev (no AWS needed)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3931920"/>
            <a:ext cx="347472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3931920"/>
            <a:ext cx="347472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7" y="39867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Network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7" y="4434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HTTPS everywhere (Caddy / ALB)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7" y="487375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APNs: TLS 1.2+ to api.push.apple.com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7" y="531266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MDM commands: device cert verified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7" y="575157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✓  No raw plist bodies in logs (PII)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End-to-end demonstration of key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1: Enroll a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Generate enrollment token → Open URL in Safari on Mac → Install profile → Device appears enrolled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749039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2435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2: Remote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7373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Query device info → View serial/OS/model → Lock device with PIN → View command status in real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749039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24358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3: Push PSSO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7373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Policies → Platform SSO → Configure Entra tenant → Push to all devices → Verify profile on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40"/>
            <a:ext cx="3749039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80390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4: Software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9768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Install agent via bootstrap URL → Open self-service portal → Request Zoom/Firefox → Approve → Auto-installs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490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749040"/>
            <a:ext cx="3749039" cy="43891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380390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5: USB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29768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Device page → Block USB → Plug in USB stick → Blocked! → Remove USB Block → USB works again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49040"/>
            <a:ext cx="3749039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49040"/>
            <a:ext cx="3749039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80390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6: JIT Admin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9768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Portal → Request admin access (2h) → Approve in dashboard → Elevated → Auto-revoked after timeout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46520"/>
            <a:ext cx="1161288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 demo time: ~15 minutes  |  All features running live on real macOS device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MDM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3C5FD"/>
                </a:solidFill>
              </a:rPr>
              <a:t>One platform to manage, secure, and support every Mac in your organisation.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552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Enrollment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3200400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32552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Remote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552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PSSO / Entra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3200400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2552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Software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22192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USB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822192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22192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JIT Admin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3822192"/>
            <a:ext cx="2377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Audit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Built with FastAPI · PostgreSQL · Next.js · Apple APNs · AWS 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D4ED8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AD8FF"/>
                </a:solidFill>
              </a:rPr>
              <a:t>End-to-end platform showing all components and their interactions</a:t>
            </a:r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58368"/>
            <a:ext cx="12097512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